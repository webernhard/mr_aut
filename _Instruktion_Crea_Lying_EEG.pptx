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
  </p:notesMasterIdLst>
  <p:sldIdLst>
    <p:sldId id="258" r:id="rId2"/>
    <p:sldId id="294" r:id="rId3"/>
    <p:sldId id="266" r:id="rId4"/>
    <p:sldId id="262"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012" autoAdjust="0"/>
  </p:normalViewPr>
  <p:slideViewPr>
    <p:cSldViewPr snapToGrid="0">
      <p:cViewPr varScale="1">
        <p:scale>
          <a:sx n="102" d="100"/>
          <a:sy n="102" d="100"/>
        </p:scale>
        <p:origin x="9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9A2BAC-C1C0-4CDD-9403-40D020F2E9BE}" type="datetimeFigureOut">
              <a:rPr lang="de-AT" smtClean="0"/>
              <a:t>27.05.2025</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A5D94-583A-4C90-BDFC-79ECF9596E1A}" type="slidenum">
              <a:rPr lang="de-AT" smtClean="0"/>
              <a:t>‹Nr.›</a:t>
            </a:fld>
            <a:endParaRPr lang="de-AT"/>
          </a:p>
        </p:txBody>
      </p:sp>
    </p:spTree>
    <p:extLst>
      <p:ext uri="{BB962C8B-B14F-4D97-AF65-F5344CB8AC3E}">
        <p14:creationId xmlns:p14="http://schemas.microsoft.com/office/powerpoint/2010/main" val="3198239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de-DE"/>
              <a:t>Titelmasterformat durch Klicken bearbeiten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sp>
        <p:nvSpPr>
          <p:cNvPr id="4" name="Date Placeholder 3"/>
          <p:cNvSpPr>
            <a:spLocks noGrp="1"/>
          </p:cNvSpPr>
          <p:nvPr>
            <p:ph type="dt" sz="half" idx="10"/>
          </p:nvPr>
        </p:nvSpPr>
        <p:spPr/>
        <p:txBody>
          <a:bodyPr/>
          <a:lstStyle/>
          <a:p>
            <a:fld id="{AB0135FB-24FD-4FA3-B672-AC5F7CAE1F6D}" type="datetimeFigureOut">
              <a:rPr lang="de-AT" smtClean="0"/>
              <a:t>27.05.2025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131075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Content Placehold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B0135FB-24FD-4FA3-B672-AC5F7CAE1F6D}" type="datetimeFigureOut">
              <a:rPr lang="de-AT" smtClean="0"/>
              <a:t>27.05.2025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57610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de-DE"/>
              <a:t>Titelmasterformat durch Klicken bearbeiten</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e Placeholder 3"/>
          <p:cNvSpPr>
            <a:spLocks noGrp="1"/>
          </p:cNvSpPr>
          <p:nvPr>
            <p:ph type="dt" sz="half" idx="10"/>
          </p:nvPr>
        </p:nvSpPr>
        <p:spPr/>
        <p:txBody>
          <a:bodyPr/>
          <a:lstStyle/>
          <a:p>
            <a:fld id="{AB0135FB-24FD-4FA3-B672-AC5F7CAE1F6D}" type="datetimeFigureOut">
              <a:rPr lang="de-AT" smtClean="0"/>
              <a:t>27.05.2025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231069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AB0135FB-24FD-4FA3-B672-AC5F7CAE1F6D}" type="datetimeFigureOut">
              <a:rPr lang="de-AT" smtClean="0"/>
              <a:t>27.05.2025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258652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de-DE"/>
              <a:t>Titelmasterformat durch Klicken bearbeiten</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Content Placeholder 3"/>
          <p:cNvSpPr>
            <a:spLocks noGrp="1"/>
          </p:cNvSpPr>
          <p:nvPr>
            <p:ph sz="half" idx="2"/>
          </p:nvPr>
        </p:nvSpPr>
        <p:spPr>
          <a:xfrm>
            <a:off x="839789"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Content Placeholder 5"/>
          <p:cNvSpPr>
            <a:spLocks noGrp="1"/>
          </p:cNvSpPr>
          <p:nvPr>
            <p:ph sz="quarter" idx="4"/>
          </p:nvPr>
        </p:nvSpPr>
        <p:spPr>
          <a:xfrm>
            <a:off x="6172201"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AB0135FB-24FD-4FA3-B672-AC5F7CAE1F6D}" type="datetimeFigureOut">
              <a:rPr lang="de-AT" smtClean="0"/>
              <a:t>27.05.2025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996214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Date Placeholder 2"/>
          <p:cNvSpPr>
            <a:spLocks noGrp="1"/>
          </p:cNvSpPr>
          <p:nvPr>
            <p:ph type="dt" sz="half" idx="10"/>
          </p:nvPr>
        </p:nvSpPr>
        <p:spPr/>
        <p:txBody>
          <a:bodyPr/>
          <a:lstStyle/>
          <a:p>
            <a:fld id="{AB0135FB-24FD-4FA3-B672-AC5F7CAE1F6D}" type="datetimeFigureOut">
              <a:rPr lang="de-AT" smtClean="0"/>
              <a:t>27.05.2025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907839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0135FB-24FD-4FA3-B672-AC5F7CAE1F6D}" type="datetimeFigureOut">
              <a:rPr lang="de-AT" smtClean="0"/>
              <a:t>27.05.2025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33268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AB0135FB-24FD-4FA3-B672-AC5F7CAE1F6D}" type="datetimeFigureOut">
              <a:rPr lang="de-AT" smtClean="0"/>
              <a:t>27.05.2025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203146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AB0135FB-24FD-4FA3-B672-AC5F7CAE1F6D}" type="datetimeFigureOut">
              <a:rPr lang="de-AT" smtClean="0"/>
              <a:t>27.05.2025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1288197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B0135FB-24FD-4FA3-B672-AC5F7CAE1F6D}" type="datetimeFigureOut">
              <a:rPr lang="de-AT" smtClean="0"/>
              <a:t>27.05.2025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925951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de-DE"/>
              <a:t>Titelmasterformat durch Klicken bearbeiten</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B0135FB-24FD-4FA3-B672-AC5F7CAE1F6D}" type="datetimeFigureOut">
              <a:rPr lang="de-AT" smtClean="0"/>
              <a:t>27.05.2025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B4B6468C-687B-4D3F-B1B3-E5CF1F77959B}" type="slidenum">
              <a:rPr lang="de-AT" smtClean="0"/>
              <a:t>‹Nr.›</a:t>
            </a:fld>
            <a:endParaRPr lang="de-AT"/>
          </a:p>
        </p:txBody>
      </p:sp>
    </p:spTree>
    <p:extLst>
      <p:ext uri="{BB962C8B-B14F-4D97-AF65-F5344CB8AC3E}">
        <p14:creationId xmlns:p14="http://schemas.microsoft.com/office/powerpoint/2010/main" val="3688045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0135FB-24FD-4FA3-B672-AC5F7CAE1F6D}" type="datetimeFigureOut">
              <a:rPr lang="de-AT" smtClean="0"/>
              <a:t>27.05.2025</a:t>
            </a:fld>
            <a:endParaRPr lang="de-AT"/>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6468C-687B-4D3F-B1B3-E5CF1F77959B}" type="slidenum">
              <a:rPr lang="de-AT" smtClean="0"/>
              <a:t>‹Nr.›</a:t>
            </a:fld>
            <a:endParaRPr lang="de-AT"/>
          </a:p>
        </p:txBody>
      </p:sp>
    </p:spTree>
    <p:extLst>
      <p:ext uri="{BB962C8B-B14F-4D97-AF65-F5344CB8AC3E}">
        <p14:creationId xmlns:p14="http://schemas.microsoft.com/office/powerpoint/2010/main" val="48821047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1118681" y="483089"/>
            <a:ext cx="10243225" cy="5857737"/>
          </a:xfrm>
        </p:spPr>
        <p:txBody>
          <a:bodyPr>
            <a:normAutofit/>
          </a:bodyPr>
          <a:lstStyle/>
          <a:p>
            <a:pPr marL="0" indent="0" algn="ctr">
              <a:spcAft>
                <a:spcPts val="1800"/>
              </a:spcAft>
              <a:buNone/>
            </a:pPr>
            <a:r>
              <a:rPr lang="de-AT" sz="2700" b="1" dirty="0">
                <a:latin typeface="Segoe UI Semilight" panose="020B0402040204020203" pitchFamily="34" charset="0"/>
                <a:cs typeface="Segoe UI Semilight" panose="020B0402040204020203" pitchFamily="34" charset="0"/>
              </a:rPr>
              <a:t>Liebe Teilnehmerin, lieber Teilnehmer!</a:t>
            </a:r>
          </a:p>
          <a:p>
            <a:pPr marL="0" indent="0">
              <a:buNone/>
            </a:pPr>
            <a:endParaRPr lang="de-AT" sz="500" dirty="0">
              <a:latin typeface="Segoe UI Semilight" panose="020B0402040204020203" pitchFamily="34" charset="0"/>
              <a:cs typeface="Segoe UI Semilight" panose="020B0402040204020203" pitchFamily="34" charset="0"/>
            </a:endParaRPr>
          </a:p>
          <a:p>
            <a:pPr marL="0" indent="0">
              <a:buNone/>
            </a:pPr>
            <a:r>
              <a:rPr lang="de-AT" sz="2200" dirty="0">
                <a:latin typeface="Segoe UI Semilight" panose="020B0402040204020203" pitchFamily="34" charset="0"/>
                <a:cs typeface="Segoe UI Semilight" panose="020B0402040204020203" pitchFamily="34" charset="0"/>
              </a:rPr>
              <a:t>Vielen Dank für die Mitarbeit an diesem Test. Die Datenerhebung und -aufzeichnung erfolgt vollkommen anonym und dient ausschließlich wissenschaftlichen Zwecken. Es sind aus Ihren Antworten keinerlei Rückschlüsse auf Ihre Person möglich. Bitte bearbeiten Sie die folgende Aufgabe so gut es Ihnen möglich ist. Die Dauer beträgt ca. 25 Minuten.</a:t>
            </a:r>
          </a:p>
          <a:p>
            <a:pPr marL="0" indent="0">
              <a:buNone/>
            </a:pPr>
            <a:endParaRPr lang="de-AT" sz="2200" dirty="0">
              <a:latin typeface="Segoe UI Semilight" panose="020B0402040204020203" pitchFamily="34" charset="0"/>
              <a:cs typeface="Segoe UI Semilight" panose="020B0402040204020203" pitchFamily="34" charset="0"/>
            </a:endParaRPr>
          </a:p>
          <a:p>
            <a:pPr marL="0" indent="0">
              <a:buNone/>
            </a:pPr>
            <a:r>
              <a:rPr lang="de-AT" sz="2200" dirty="0">
                <a:latin typeface="Segoe UI Semilight" panose="020B0402040204020203" pitchFamily="34" charset="0"/>
                <a:cs typeface="Segoe UI Semilight" panose="020B0402040204020203" pitchFamily="34" charset="0"/>
              </a:rPr>
              <a:t>Es folgt nun eine genaue Instruktion zur Aufgabe, die Sie gleich durchführen werden. Während der Instruktion können Sie jederzeit Fragen an die Untersuchungsleitung stellen.</a:t>
            </a:r>
          </a:p>
          <a:p>
            <a:pPr marL="0" indent="0">
              <a:buNone/>
            </a:pPr>
            <a:endParaRPr lang="de-AT" sz="1100" dirty="0">
              <a:latin typeface="Segoe UI Semilight" panose="020B0402040204020203" pitchFamily="34" charset="0"/>
              <a:cs typeface="Segoe UI Semilight" panose="020B0402040204020203" pitchFamily="34" charset="0"/>
            </a:endParaRPr>
          </a:p>
          <a:p>
            <a:pPr marL="0" indent="0">
              <a:buNone/>
            </a:pPr>
            <a:endParaRPr lang="de-AT" sz="1100" dirty="0">
              <a:latin typeface="Segoe UI Semilight" panose="020B0402040204020203" pitchFamily="34" charset="0"/>
              <a:cs typeface="Segoe UI Semilight" panose="020B0402040204020203" pitchFamily="34" charset="0"/>
            </a:endParaRPr>
          </a:p>
        </p:txBody>
      </p:sp>
      <p:sp>
        <p:nvSpPr>
          <p:cNvPr id="4" name="Textfeld 3"/>
          <p:cNvSpPr txBox="1"/>
          <p:nvPr/>
        </p:nvSpPr>
        <p:spPr>
          <a:xfrm>
            <a:off x="4797552" y="6156160"/>
            <a:ext cx="2596896" cy="369332"/>
          </a:xfrm>
          <a:prstGeom prst="rect">
            <a:avLst/>
          </a:prstGeom>
          <a:noFill/>
        </p:spPr>
        <p:txBody>
          <a:bodyPr wrap="square" rtlCol="0">
            <a:spAutoFit/>
          </a:bodyPr>
          <a:lstStyle/>
          <a:p>
            <a:r>
              <a:rPr lang="de-AT" dirty="0"/>
              <a:t>WEITER mit Leertaste</a:t>
            </a:r>
          </a:p>
        </p:txBody>
      </p:sp>
    </p:spTree>
    <p:extLst>
      <p:ext uri="{BB962C8B-B14F-4D97-AF65-F5344CB8AC3E}">
        <p14:creationId xmlns:p14="http://schemas.microsoft.com/office/powerpoint/2010/main" val="3629659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1060315" y="484601"/>
            <a:ext cx="10097311" cy="5635880"/>
          </a:xfrm>
        </p:spPr>
        <p:txBody>
          <a:bodyPr>
            <a:noAutofit/>
          </a:bodyPr>
          <a:lstStyle/>
          <a:p>
            <a:pPr marL="0" indent="0">
              <a:spcAft>
                <a:spcPts val="1200"/>
              </a:spcAft>
              <a:buNone/>
            </a:pPr>
            <a:r>
              <a:rPr lang="de-AT" sz="2100" dirty="0">
                <a:latin typeface="Segoe UI Semilight" panose="020B0402040204020203" pitchFamily="34" charset="0"/>
                <a:cs typeface="Segoe UI Semilight" panose="020B0402040204020203" pitchFamily="34" charset="0"/>
              </a:rPr>
              <a:t>Der nachfolgende Test besteht aus sechs kurzen sozialen Situationen.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Bitte versetzen Sie sich möglichst gut in die jeweiligen Situationen hinein und stellen Sie sich diese möglichst lebhaft vor, so als würden Sie Ihnen passieren.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Ihnen wird in jeder Situation gesagt, dass Sie ein bestimmtes Ziel erreichen wollen – bitte stellen Sie sich auch dies vor. Das Ziel kann von Situation zu Situation anders sein.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Ihre Aufgabe wird es sein, für jede Situation möglichst viele originelle Ideen zu nennen, wie Sie Ihr Ziel erreichen können, indem Sie lügen, manipulieren, oder Ihre Zielperson täuschen.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Sie haben für jede Situation </a:t>
            </a:r>
            <a:r>
              <a:rPr lang="de-AT" sz="2100" b="1" dirty="0">
                <a:latin typeface="Segoe UI Semilight" panose="020B0402040204020203" pitchFamily="34" charset="0"/>
                <a:cs typeface="Segoe UI Semilight" panose="020B0402040204020203" pitchFamily="34" charset="0"/>
              </a:rPr>
              <a:t>drei</a:t>
            </a:r>
            <a:r>
              <a:rPr lang="de-AT" sz="2100" dirty="0">
                <a:latin typeface="Segoe UI Semilight" panose="020B0402040204020203" pitchFamily="34" charset="0"/>
                <a:cs typeface="Segoe UI Semilight" panose="020B0402040204020203" pitchFamily="34" charset="0"/>
              </a:rPr>
              <a:t> Minuten Zeit, um </a:t>
            </a:r>
            <a:r>
              <a:rPr lang="de-AT" sz="2100" b="1" dirty="0">
                <a:latin typeface="Segoe UI Semilight" panose="020B0402040204020203" pitchFamily="34" charset="0"/>
                <a:cs typeface="Segoe UI Semilight" panose="020B0402040204020203" pitchFamily="34" charset="0"/>
              </a:rPr>
              <a:t>möglichst viele originelle Ideen </a:t>
            </a:r>
            <a:r>
              <a:rPr lang="de-AT" sz="2100" dirty="0">
                <a:latin typeface="Segoe UI Semilight" panose="020B0402040204020203" pitchFamily="34" charset="0"/>
                <a:cs typeface="Segoe UI Semilight" panose="020B0402040204020203" pitchFamily="34" charset="0"/>
              </a:rPr>
              <a:t>zu nennen.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Mit „originell“ sind Ideen gemeint, die kreativ sind und die nicht jedem so leicht einfallen würden. Das können auch Ideen sein, die für Sie persönlich nicht typisch sind, oder die Sie im echten Leben nicht umsetzen würden. Uns interessiert einfach, was Ihnen einfällt!</a:t>
            </a:r>
          </a:p>
        </p:txBody>
      </p:sp>
      <p:sp>
        <p:nvSpPr>
          <p:cNvPr id="4" name="Textfeld 3"/>
          <p:cNvSpPr txBox="1"/>
          <p:nvPr/>
        </p:nvSpPr>
        <p:spPr>
          <a:xfrm>
            <a:off x="4888992" y="6217920"/>
            <a:ext cx="2596896" cy="369332"/>
          </a:xfrm>
          <a:prstGeom prst="rect">
            <a:avLst/>
          </a:prstGeom>
          <a:noFill/>
        </p:spPr>
        <p:txBody>
          <a:bodyPr wrap="square" rtlCol="0">
            <a:spAutoFit/>
          </a:bodyPr>
          <a:lstStyle/>
          <a:p>
            <a:r>
              <a:rPr lang="de-AT" dirty="0"/>
              <a:t>WEITER mit Leertaste</a:t>
            </a:r>
          </a:p>
        </p:txBody>
      </p:sp>
    </p:spTree>
    <p:extLst>
      <p:ext uri="{BB962C8B-B14F-4D97-AF65-F5344CB8AC3E}">
        <p14:creationId xmlns:p14="http://schemas.microsoft.com/office/powerpoint/2010/main" val="423200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1031132" y="481457"/>
            <a:ext cx="10058399" cy="5803841"/>
          </a:xfrm>
        </p:spPr>
        <p:txBody>
          <a:bodyPr>
            <a:normAutofit fontScale="92500"/>
          </a:bodyPr>
          <a:lstStyle/>
          <a:p>
            <a:pPr marL="0" indent="0">
              <a:spcAft>
                <a:spcPts val="1200"/>
              </a:spcAft>
              <a:buNone/>
            </a:pPr>
            <a:r>
              <a:rPr lang="de-AT" sz="2100" dirty="0">
                <a:latin typeface="Segoe UI Semilight" panose="020B0402040204020203" pitchFamily="34" charset="0"/>
                <a:cs typeface="Segoe UI Semilight" panose="020B0402040204020203" pitchFamily="34" charset="0"/>
              </a:rPr>
              <a:t>Eine Situation wird immer so ablaufen: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1) Sie sehen ein weißes Fixationskreuz für 10 Sekunden. Schauen Sie sich dieses ganz ruhig an.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2) Ihnen wird mit einem kurzen Text eine Situation beschrieben (ca. 30 Sekunden). Versetzen Sie sich möglichst gut in die beschriebene Situation hinein und stellen Sie sich vor, sie würde Ihnen passieren. Aus der Situation ergibt sich auch das Ziel, das Sie erreichen wollen. </a:t>
            </a:r>
          </a:p>
          <a:p>
            <a:pPr marL="0" indent="0">
              <a:spcAft>
                <a:spcPts val="1200"/>
              </a:spcAft>
              <a:buNone/>
            </a:pPr>
            <a:r>
              <a:rPr lang="de-AT" sz="2100" dirty="0">
                <a:latin typeface="Segoe UI Semilight" panose="020B0402040204020203" pitchFamily="34" charset="0"/>
                <a:cs typeface="Segoe UI Semilight" panose="020B0402040204020203" pitchFamily="34" charset="0"/>
              </a:rPr>
              <a:t>3) Danach folgt ein weißes Fragezeichen. Dieses ist für 3 Minuten zu sehen. Nennen Sie nun möglichst viele, aber auch möglichst kreative Ideen, wie Sie in der genannten Situation lügen, manipulieren, oder täuschen können, um Ihr Ziel zu erreichen.</a:t>
            </a:r>
          </a:p>
          <a:p>
            <a:pPr marL="0" indent="0">
              <a:spcAft>
                <a:spcPts val="1200"/>
              </a:spcAft>
              <a:buNone/>
            </a:pPr>
            <a:r>
              <a:rPr lang="de-AT" sz="2100" dirty="0">
                <a:latin typeface="Segoe UI Semilight" panose="020B0402040204020203" pitchFamily="34" charset="0"/>
                <a:cs typeface="Segoe UI Semilight" panose="020B0402040204020203" pitchFamily="34" charset="0"/>
              </a:rPr>
              <a:t>4) Wenn Sie eine Idee haben, drücken Sie die Leertaste. Das weiße Fragezeichen wird dann </a:t>
            </a:r>
            <a:r>
              <a:rPr lang="de-AT" sz="2100" dirty="0">
                <a:solidFill>
                  <a:srgbClr val="00B050"/>
                </a:solidFill>
                <a:latin typeface="Segoe UI Semilight" panose="020B0402040204020203" pitchFamily="34" charset="0"/>
                <a:cs typeface="Segoe UI Semilight" panose="020B0402040204020203" pitchFamily="34" charset="0"/>
              </a:rPr>
              <a:t>grün</a:t>
            </a:r>
            <a:r>
              <a:rPr lang="de-AT" sz="2100" dirty="0">
                <a:latin typeface="Segoe UI Semilight" panose="020B0402040204020203" pitchFamily="34" charset="0"/>
                <a:cs typeface="Segoe UI Semilight" panose="020B0402040204020203" pitchFamily="34" charset="0"/>
              </a:rPr>
              <a:t> und Sie können Ihre Idee aussprechen. Wenn Sie damit fertig sind, drücken Sie wieder die Leertaste und können weiter nachdenken.</a:t>
            </a:r>
          </a:p>
          <a:p>
            <a:pPr marL="0" indent="0" algn="just">
              <a:spcAft>
                <a:spcPts val="1200"/>
              </a:spcAft>
              <a:buNone/>
            </a:pPr>
            <a:r>
              <a:rPr lang="de-AT" sz="2100" dirty="0">
                <a:latin typeface="Segoe UI Semilight" panose="020B0402040204020203" pitchFamily="34" charset="0"/>
                <a:cs typeface="Segoe UI Semilight" panose="020B0402040204020203" pitchFamily="34" charset="0"/>
              </a:rPr>
              <a:t>Ihre Aufgabe ist es immer, zu lügen, zu manipulieren, oder zu täuschen, um Ihr Ziel zu erreichen, aber dabei auch möglichst kreativ und originell zu sein. Wenn die 3 Minuten abgelaufen sind, geht es automatisch zur nächsten Situation weiter.</a:t>
            </a:r>
          </a:p>
          <a:p>
            <a:pPr marL="0" indent="0" algn="just">
              <a:spcBef>
                <a:spcPts val="1200"/>
              </a:spcBef>
              <a:spcAft>
                <a:spcPts val="1200"/>
              </a:spcAft>
              <a:buNone/>
            </a:pPr>
            <a:r>
              <a:rPr lang="de-AT" sz="2200" dirty="0">
                <a:latin typeface="Segoe UI Semilight" panose="020B0402040204020203" pitchFamily="34" charset="0"/>
                <a:cs typeface="Segoe UI Semilight" panose="020B0402040204020203" pitchFamily="34" charset="0"/>
              </a:rPr>
              <a:t>Es folgt ein Übungsbeispiel.</a:t>
            </a:r>
          </a:p>
        </p:txBody>
      </p:sp>
      <p:sp>
        <p:nvSpPr>
          <p:cNvPr id="4" name="Textfeld 3"/>
          <p:cNvSpPr txBox="1"/>
          <p:nvPr/>
        </p:nvSpPr>
        <p:spPr>
          <a:xfrm>
            <a:off x="4888992" y="6217920"/>
            <a:ext cx="2596896" cy="369332"/>
          </a:xfrm>
          <a:prstGeom prst="rect">
            <a:avLst/>
          </a:prstGeom>
          <a:noFill/>
        </p:spPr>
        <p:txBody>
          <a:bodyPr wrap="square" rtlCol="0">
            <a:spAutoFit/>
          </a:bodyPr>
          <a:lstStyle/>
          <a:p>
            <a:r>
              <a:rPr lang="de-AT" dirty="0"/>
              <a:t>WEITER mit Leertaste</a:t>
            </a:r>
          </a:p>
        </p:txBody>
      </p:sp>
    </p:spTree>
    <p:extLst>
      <p:ext uri="{BB962C8B-B14F-4D97-AF65-F5344CB8AC3E}">
        <p14:creationId xmlns:p14="http://schemas.microsoft.com/office/powerpoint/2010/main" val="2118044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079770" y="1872525"/>
            <a:ext cx="10116766" cy="2592471"/>
          </a:xfrm>
        </p:spPr>
        <p:txBody>
          <a:bodyPr>
            <a:normAutofit/>
          </a:bodyPr>
          <a:lstStyle/>
          <a:p>
            <a:pPr algn="ctr">
              <a:spcBef>
                <a:spcPts val="600"/>
              </a:spcBef>
              <a:spcAft>
                <a:spcPts val="1200"/>
              </a:spcAft>
            </a:pPr>
            <a:r>
              <a:rPr lang="de-AT" dirty="0"/>
              <a:t>Übungsitem:</a:t>
            </a:r>
            <a:br>
              <a:rPr lang="de-AT" dirty="0"/>
            </a:br>
            <a:r>
              <a:rPr lang="de-AT" sz="1000" dirty="0">
                <a:solidFill>
                  <a:schemeClr val="bg1"/>
                </a:solidFill>
              </a:rPr>
              <a:t>   </a:t>
            </a:r>
            <a:br>
              <a:rPr lang="de-AT" dirty="0"/>
            </a:br>
            <a:r>
              <a:rPr lang="de-AT" sz="3000" dirty="0"/>
              <a:t>Dieses Beispiel hängt nicht mit den Aufgaben zusammen, die Sie gleich bearbeiten werden. Hier geht es nur darum, den allgemeinen Ablauf der Aufgabe zu verstehen.</a:t>
            </a:r>
          </a:p>
        </p:txBody>
      </p:sp>
    </p:spTree>
    <p:extLst>
      <p:ext uri="{BB962C8B-B14F-4D97-AF65-F5344CB8AC3E}">
        <p14:creationId xmlns:p14="http://schemas.microsoft.com/office/powerpoint/2010/main" val="1324838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525</Words>
  <Application>Microsoft Office PowerPoint</Application>
  <PresentationFormat>Breitbild</PresentationFormat>
  <Paragraphs>22</Paragraphs>
  <Slides>4</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vt:i4>
      </vt:variant>
    </vt:vector>
  </HeadingPairs>
  <TitlesOfParts>
    <vt:vector size="9" baseType="lpstr">
      <vt:lpstr>Arial</vt:lpstr>
      <vt:lpstr>Calibri</vt:lpstr>
      <vt:lpstr>Calibri Light</vt:lpstr>
      <vt:lpstr>Segoe UI Semilight</vt:lpstr>
      <vt:lpstr>Office Theme</vt:lpstr>
      <vt:lpstr>PowerPoint-Präsentation</vt:lpstr>
      <vt:lpstr>PowerPoint-Präsentation</vt:lpstr>
      <vt:lpstr>PowerPoint-Präsentation</vt:lpstr>
      <vt:lpstr>Übungsitem:     Dieses Beispiel hängt nicht mit den Aufgaben zusammen, die Sie gleich bearbeiten werden. Hier geht es nur darum, den allgemeinen Ablauf der Aufgabe zu verstehen.</vt:lpstr>
    </vt:vector>
  </TitlesOfParts>
  <Company>Uni Graz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Perchtold, Corinna (corinna.perchtold@uni-graz.at)</dc:creator>
  <cp:lastModifiedBy>EEG Labor</cp:lastModifiedBy>
  <cp:revision>98</cp:revision>
  <dcterms:created xsi:type="dcterms:W3CDTF">2018-04-26T11:29:03Z</dcterms:created>
  <dcterms:modified xsi:type="dcterms:W3CDTF">2025-05-27T10:13:51Z</dcterms:modified>
</cp:coreProperties>
</file>